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0DF1DE-B723-4CBB-8B3C-A7F49ED286C4}" v="25" dt="2024-12-07T03:57:56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72" y="15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Salas Arancbia" userId="593bdc02-1f6d-4a5b-bf43-894ce92bcc6a" providerId="ADAL" clId="{540DF1DE-B723-4CBB-8B3C-A7F49ED286C4}"/>
    <pc:docChg chg="undo custSel addSld modSld">
      <pc:chgData name="Sebastian Salas Arancbia" userId="593bdc02-1f6d-4a5b-bf43-894ce92bcc6a" providerId="ADAL" clId="{540DF1DE-B723-4CBB-8B3C-A7F49ED286C4}" dt="2024-12-07T03:58:12.910" v="150" actId="5793"/>
      <pc:docMkLst>
        <pc:docMk/>
      </pc:docMkLst>
      <pc:sldChg chg="addSp delSp modSp new mod setBg delDesignElem">
        <pc:chgData name="Sebastian Salas Arancbia" userId="593bdc02-1f6d-4a5b-bf43-894ce92bcc6a" providerId="ADAL" clId="{540DF1DE-B723-4CBB-8B3C-A7F49ED286C4}" dt="2024-12-07T03:45:13.485" v="68"/>
        <pc:sldMkLst>
          <pc:docMk/>
          <pc:sldMk cId="2620580188" sldId="256"/>
        </pc:sldMkLst>
        <pc:spChg chg="mod">
          <ac:chgData name="Sebastian Salas Arancbia" userId="593bdc02-1f6d-4a5b-bf43-894ce92bcc6a" providerId="ADAL" clId="{540DF1DE-B723-4CBB-8B3C-A7F49ED286C4}" dt="2024-12-07T03:44:43.753" v="66" actId="26606"/>
          <ac:spMkLst>
            <pc:docMk/>
            <pc:sldMk cId="2620580188" sldId="256"/>
            <ac:spMk id="2" creationId="{3DCCC6EF-E956-875B-4A7C-0B2976D8C089}"/>
          </ac:spMkLst>
        </pc:spChg>
        <pc:spChg chg="mod">
          <ac:chgData name="Sebastian Salas Arancbia" userId="593bdc02-1f6d-4a5b-bf43-894ce92bcc6a" providerId="ADAL" clId="{540DF1DE-B723-4CBB-8B3C-A7F49ED286C4}" dt="2024-12-07T03:44:43.753" v="66" actId="26606"/>
          <ac:spMkLst>
            <pc:docMk/>
            <pc:sldMk cId="2620580188" sldId="256"/>
            <ac:spMk id="3" creationId="{D6591A5E-B21B-178F-65F1-C5DE76EE4F5E}"/>
          </ac:spMkLst>
        </pc:spChg>
        <pc:spChg chg="add del">
          <ac:chgData name="Sebastian Salas Arancbia" userId="593bdc02-1f6d-4a5b-bf43-894ce92bcc6a" providerId="ADAL" clId="{540DF1DE-B723-4CBB-8B3C-A7F49ED286C4}" dt="2024-12-07T03:45:13.485" v="68"/>
          <ac:spMkLst>
            <pc:docMk/>
            <pc:sldMk cId="2620580188" sldId="256"/>
            <ac:spMk id="12" creationId="{74751229-0244-4FBB-BED1-407467F4C951}"/>
          </ac:spMkLst>
        </pc:spChg>
        <pc:picChg chg="add">
          <ac:chgData name="Sebastian Salas Arancbia" userId="593bdc02-1f6d-4a5b-bf43-894ce92bcc6a" providerId="ADAL" clId="{540DF1DE-B723-4CBB-8B3C-A7F49ED286C4}" dt="2024-12-07T03:44:43.753" v="66" actId="26606"/>
          <ac:picMkLst>
            <pc:docMk/>
            <pc:sldMk cId="2620580188" sldId="256"/>
            <ac:picMk id="7" creationId="{8478DE0C-EC1C-943F-F13E-ABA63883AD78}"/>
          </ac:picMkLst>
        </pc:picChg>
        <pc:picChg chg="add del">
          <ac:chgData name="Sebastian Salas Arancbia" userId="593bdc02-1f6d-4a5b-bf43-894ce92bcc6a" providerId="ADAL" clId="{540DF1DE-B723-4CBB-8B3C-A7F49ED286C4}" dt="2024-12-07T03:45:13.485" v="68"/>
          <ac:picMkLst>
            <pc:docMk/>
            <pc:sldMk cId="2620580188" sldId="256"/>
            <ac:picMk id="9" creationId="{28D08511-459E-4F3E-825B-52748AF58D97}"/>
          </ac:picMkLst>
        </pc:picChg>
      </pc:sldChg>
      <pc:sldChg chg="addSp delSp modSp new mod setBg setClrOvrMap">
        <pc:chgData name="Sebastian Salas Arancbia" userId="593bdc02-1f6d-4a5b-bf43-894ce92bcc6a" providerId="ADAL" clId="{540DF1DE-B723-4CBB-8B3C-A7F49ED286C4}" dt="2024-12-07T03:45:29.994" v="69" actId="26606"/>
        <pc:sldMkLst>
          <pc:docMk/>
          <pc:sldMk cId="290689309" sldId="257"/>
        </pc:sldMkLst>
        <pc:spChg chg="mod">
          <ac:chgData name="Sebastian Salas Arancbia" userId="593bdc02-1f6d-4a5b-bf43-894ce92bcc6a" providerId="ADAL" clId="{540DF1DE-B723-4CBB-8B3C-A7F49ED286C4}" dt="2024-12-07T03:45:29.994" v="69" actId="26606"/>
          <ac:spMkLst>
            <pc:docMk/>
            <pc:sldMk cId="290689309" sldId="257"/>
            <ac:spMk id="2" creationId="{84C97DD6-C9C7-D3D8-0DEC-E9170C26F593}"/>
          </ac:spMkLst>
        </pc:spChg>
        <pc:spChg chg="del">
          <ac:chgData name="Sebastian Salas Arancbia" userId="593bdc02-1f6d-4a5b-bf43-894ce92bcc6a" providerId="ADAL" clId="{540DF1DE-B723-4CBB-8B3C-A7F49ED286C4}" dt="2024-12-07T03:37:15.134" v="40"/>
          <ac:spMkLst>
            <pc:docMk/>
            <pc:sldMk cId="290689309" sldId="257"/>
            <ac:spMk id="3" creationId="{5CF68915-94BB-EE21-F4F0-1AE782EC349D}"/>
          </ac:spMkLst>
        </pc:spChg>
        <pc:spChg chg="add del mod">
          <ac:chgData name="Sebastian Salas Arancbia" userId="593bdc02-1f6d-4a5b-bf43-894ce92bcc6a" providerId="ADAL" clId="{540DF1DE-B723-4CBB-8B3C-A7F49ED286C4}" dt="2024-12-07T03:45:29.994" v="69" actId="26606"/>
          <ac:spMkLst>
            <pc:docMk/>
            <pc:sldMk cId="290689309" sldId="257"/>
            <ac:spMk id="4" creationId="{9D61783D-0163-843E-0DE8-1A14166B617D}"/>
          </ac:spMkLst>
        </pc:spChg>
        <pc:spChg chg="add">
          <ac:chgData name="Sebastian Salas Arancbia" userId="593bdc02-1f6d-4a5b-bf43-894ce92bcc6a" providerId="ADAL" clId="{540DF1DE-B723-4CBB-8B3C-A7F49ED286C4}" dt="2024-12-07T03:45:29.994" v="69" actId="26606"/>
          <ac:spMkLst>
            <pc:docMk/>
            <pc:sldMk cId="290689309" sldId="257"/>
            <ac:spMk id="10" creationId="{843DD86A-8FAA-443F-9211-42A2AE8A790C}"/>
          </ac:spMkLst>
        </pc:spChg>
        <pc:spChg chg="add">
          <ac:chgData name="Sebastian Salas Arancbia" userId="593bdc02-1f6d-4a5b-bf43-894ce92bcc6a" providerId="ADAL" clId="{540DF1DE-B723-4CBB-8B3C-A7F49ED286C4}" dt="2024-12-07T03:45:29.994" v="69" actId="26606"/>
          <ac:spMkLst>
            <pc:docMk/>
            <pc:sldMk cId="290689309" sldId="257"/>
            <ac:spMk id="12" creationId="{C2A13AAE-18EB-4BDF-BAF7-F2F97B8D00D6}"/>
          </ac:spMkLst>
        </pc:spChg>
        <pc:graphicFrameChg chg="add">
          <ac:chgData name="Sebastian Salas Arancbia" userId="593bdc02-1f6d-4a5b-bf43-894ce92bcc6a" providerId="ADAL" clId="{540DF1DE-B723-4CBB-8B3C-A7F49ED286C4}" dt="2024-12-07T03:45:29.994" v="69" actId="26606"/>
          <ac:graphicFrameMkLst>
            <pc:docMk/>
            <pc:sldMk cId="290689309" sldId="257"/>
            <ac:graphicFrameMk id="6" creationId="{42974EAD-19AE-E450-98EA-B34B62EDFE69}"/>
          </ac:graphicFrameMkLst>
        </pc:graphicFrameChg>
        <pc:picChg chg="add">
          <ac:chgData name="Sebastian Salas Arancbia" userId="593bdc02-1f6d-4a5b-bf43-894ce92bcc6a" providerId="ADAL" clId="{540DF1DE-B723-4CBB-8B3C-A7F49ED286C4}" dt="2024-12-07T03:45:29.994" v="69" actId="26606"/>
          <ac:picMkLst>
            <pc:docMk/>
            <pc:sldMk cId="290689309" sldId="257"/>
            <ac:picMk id="14" creationId="{0F5C1B21-B0DB-4206-99EE-C13D67038B93}"/>
          </ac:picMkLst>
        </pc:picChg>
        <pc:picChg chg="add">
          <ac:chgData name="Sebastian Salas Arancbia" userId="593bdc02-1f6d-4a5b-bf43-894ce92bcc6a" providerId="ADAL" clId="{540DF1DE-B723-4CBB-8B3C-A7F49ED286C4}" dt="2024-12-07T03:45:29.994" v="69" actId="26606"/>
          <ac:picMkLst>
            <pc:docMk/>
            <pc:sldMk cId="290689309" sldId="257"/>
            <ac:picMk id="16" creationId="{49261589-06E9-4B7C-A8F1-26648507B77B}"/>
          </ac:picMkLst>
        </pc:picChg>
      </pc:sldChg>
      <pc:sldChg chg="addSp delSp modSp new mod setBg">
        <pc:chgData name="Sebastian Salas Arancbia" userId="593bdc02-1f6d-4a5b-bf43-894ce92bcc6a" providerId="ADAL" clId="{540DF1DE-B723-4CBB-8B3C-A7F49ED286C4}" dt="2024-12-07T03:47:46.416" v="74" actId="26606"/>
        <pc:sldMkLst>
          <pc:docMk/>
          <pc:sldMk cId="3855469776" sldId="258"/>
        </pc:sldMkLst>
        <pc:spChg chg="mod">
          <ac:chgData name="Sebastian Salas Arancbia" userId="593bdc02-1f6d-4a5b-bf43-894ce92bcc6a" providerId="ADAL" clId="{540DF1DE-B723-4CBB-8B3C-A7F49ED286C4}" dt="2024-12-07T03:47:46.416" v="74" actId="26606"/>
          <ac:spMkLst>
            <pc:docMk/>
            <pc:sldMk cId="3855469776" sldId="258"/>
            <ac:spMk id="2" creationId="{5A954A7A-33F2-DD2E-B868-BE6F5D62FD73}"/>
          </ac:spMkLst>
        </pc:spChg>
        <pc:spChg chg="del">
          <ac:chgData name="Sebastian Salas Arancbia" userId="593bdc02-1f6d-4a5b-bf43-894ce92bcc6a" providerId="ADAL" clId="{540DF1DE-B723-4CBB-8B3C-A7F49ED286C4}" dt="2024-12-07T03:37:27.262" v="42"/>
          <ac:spMkLst>
            <pc:docMk/>
            <pc:sldMk cId="3855469776" sldId="258"/>
            <ac:spMk id="3" creationId="{4723180E-99B9-245C-9AC4-D908B3E11AA4}"/>
          </ac:spMkLst>
        </pc:spChg>
        <pc:spChg chg="add mod ord">
          <ac:chgData name="Sebastian Salas Arancbia" userId="593bdc02-1f6d-4a5b-bf43-894ce92bcc6a" providerId="ADAL" clId="{540DF1DE-B723-4CBB-8B3C-A7F49ED286C4}" dt="2024-12-07T03:47:46.416" v="74" actId="26606"/>
          <ac:spMkLst>
            <pc:docMk/>
            <pc:sldMk cId="3855469776" sldId="258"/>
            <ac:spMk id="4" creationId="{914A5352-5FB8-9212-7618-2DA97CB8A477}"/>
          </ac:spMkLst>
        </pc:spChg>
        <pc:picChg chg="add mod">
          <ac:chgData name="Sebastian Salas Arancbia" userId="593bdc02-1f6d-4a5b-bf43-894ce92bcc6a" providerId="ADAL" clId="{540DF1DE-B723-4CBB-8B3C-A7F49ED286C4}" dt="2024-12-07T03:47:46.416" v="74" actId="26606"/>
          <ac:picMkLst>
            <pc:docMk/>
            <pc:sldMk cId="3855469776" sldId="258"/>
            <ac:picMk id="6" creationId="{2A221F0B-C66C-9C64-8862-D458B00574DA}"/>
          </ac:picMkLst>
        </pc:picChg>
      </pc:sldChg>
      <pc:sldChg chg="addSp delSp modSp new mod setBg">
        <pc:chgData name="Sebastian Salas Arancbia" userId="593bdc02-1f6d-4a5b-bf43-894ce92bcc6a" providerId="ADAL" clId="{540DF1DE-B723-4CBB-8B3C-A7F49ED286C4}" dt="2024-12-07T03:48:12.822" v="82" actId="20577"/>
        <pc:sldMkLst>
          <pc:docMk/>
          <pc:sldMk cId="983523666" sldId="259"/>
        </pc:sldMkLst>
        <pc:spChg chg="mod">
          <ac:chgData name="Sebastian Salas Arancbia" userId="593bdc02-1f6d-4a5b-bf43-894ce92bcc6a" providerId="ADAL" clId="{540DF1DE-B723-4CBB-8B3C-A7F49ED286C4}" dt="2024-12-07T03:48:08.293" v="78" actId="26606"/>
          <ac:spMkLst>
            <pc:docMk/>
            <pc:sldMk cId="983523666" sldId="259"/>
            <ac:spMk id="2" creationId="{B9DDAB90-DF43-9214-3D01-3486EA558F46}"/>
          </ac:spMkLst>
        </pc:spChg>
        <pc:spChg chg="del">
          <ac:chgData name="Sebastian Salas Arancbia" userId="593bdc02-1f6d-4a5b-bf43-894ce92bcc6a" providerId="ADAL" clId="{540DF1DE-B723-4CBB-8B3C-A7F49ED286C4}" dt="2024-12-07T03:37:40.518" v="44"/>
          <ac:spMkLst>
            <pc:docMk/>
            <pc:sldMk cId="983523666" sldId="259"/>
            <ac:spMk id="3" creationId="{4F60943E-3873-806F-D702-541C087869D8}"/>
          </ac:spMkLst>
        </pc:spChg>
        <pc:spChg chg="add mod">
          <ac:chgData name="Sebastian Salas Arancbia" userId="593bdc02-1f6d-4a5b-bf43-894ce92bcc6a" providerId="ADAL" clId="{540DF1DE-B723-4CBB-8B3C-A7F49ED286C4}" dt="2024-12-07T03:48:12.822" v="82" actId="20577"/>
          <ac:spMkLst>
            <pc:docMk/>
            <pc:sldMk cId="983523666" sldId="259"/>
            <ac:spMk id="4" creationId="{8C8D71D8-A5AD-2AD2-3872-1A038ADBBAB5}"/>
          </ac:spMkLst>
        </pc:spChg>
        <pc:spChg chg="add">
          <ac:chgData name="Sebastian Salas Arancbia" userId="593bdc02-1f6d-4a5b-bf43-894ce92bcc6a" providerId="ADAL" clId="{540DF1DE-B723-4CBB-8B3C-A7F49ED286C4}" dt="2024-12-07T03:48:08.293" v="78" actId="26606"/>
          <ac:spMkLst>
            <pc:docMk/>
            <pc:sldMk cId="983523666" sldId="259"/>
            <ac:spMk id="11" creationId="{1EA5387D-64D8-4D6C-B109-FF4E81DF609A}"/>
          </ac:spMkLst>
        </pc:spChg>
        <pc:picChg chg="add mod ord">
          <ac:chgData name="Sebastian Salas Arancbia" userId="593bdc02-1f6d-4a5b-bf43-894ce92bcc6a" providerId="ADAL" clId="{540DF1DE-B723-4CBB-8B3C-A7F49ED286C4}" dt="2024-12-07T03:48:08.293" v="78" actId="26606"/>
          <ac:picMkLst>
            <pc:docMk/>
            <pc:sldMk cId="983523666" sldId="259"/>
            <ac:picMk id="6" creationId="{2AAA20EA-2E4C-D6A0-B0BD-927D1DC587E2}"/>
          </ac:picMkLst>
        </pc:picChg>
      </pc:sldChg>
      <pc:sldChg chg="addSp delSp modSp new mod setBg setClrOvrMap">
        <pc:chgData name="Sebastian Salas Arancbia" userId="593bdc02-1f6d-4a5b-bf43-894ce92bcc6a" providerId="ADAL" clId="{540DF1DE-B723-4CBB-8B3C-A7F49ED286C4}" dt="2024-12-07T03:50:54.932" v="96" actId="20577"/>
        <pc:sldMkLst>
          <pc:docMk/>
          <pc:sldMk cId="328003674" sldId="260"/>
        </pc:sldMkLst>
        <pc:spChg chg="mod">
          <ac:chgData name="Sebastian Salas Arancbia" userId="593bdc02-1f6d-4a5b-bf43-894ce92bcc6a" providerId="ADAL" clId="{540DF1DE-B723-4CBB-8B3C-A7F49ED286C4}" dt="2024-12-07T03:50:50.609" v="92" actId="26606"/>
          <ac:spMkLst>
            <pc:docMk/>
            <pc:sldMk cId="328003674" sldId="260"/>
            <ac:spMk id="2" creationId="{8CB06607-5716-74A9-A1EB-796ED49C7422}"/>
          </ac:spMkLst>
        </pc:spChg>
        <pc:spChg chg="del">
          <ac:chgData name="Sebastian Salas Arancbia" userId="593bdc02-1f6d-4a5b-bf43-894ce92bcc6a" providerId="ADAL" clId="{540DF1DE-B723-4CBB-8B3C-A7F49ED286C4}" dt="2024-12-07T03:37:55.506" v="46"/>
          <ac:spMkLst>
            <pc:docMk/>
            <pc:sldMk cId="328003674" sldId="260"/>
            <ac:spMk id="3" creationId="{28CD733D-258F-F079-4568-AE8263741BCA}"/>
          </ac:spMkLst>
        </pc:spChg>
        <pc:spChg chg="add mod">
          <ac:chgData name="Sebastian Salas Arancbia" userId="593bdc02-1f6d-4a5b-bf43-894ce92bcc6a" providerId="ADAL" clId="{540DF1DE-B723-4CBB-8B3C-A7F49ED286C4}" dt="2024-12-07T03:50:54.932" v="96" actId="20577"/>
          <ac:spMkLst>
            <pc:docMk/>
            <pc:sldMk cId="328003674" sldId="260"/>
            <ac:spMk id="4" creationId="{8AD99D12-C98D-5750-145F-A54D679F8A14}"/>
          </ac:spMkLst>
        </pc:spChg>
        <pc:spChg chg="add del">
          <ac:chgData name="Sebastian Salas Arancbia" userId="593bdc02-1f6d-4a5b-bf43-894ce92bcc6a" providerId="ADAL" clId="{540DF1DE-B723-4CBB-8B3C-A7F49ED286C4}" dt="2024-12-07T03:50:49.206" v="89" actId="26606"/>
          <ac:spMkLst>
            <pc:docMk/>
            <pc:sldMk cId="328003674" sldId="260"/>
            <ac:spMk id="11" creationId="{03FFF8D3-2EF3-4286-935A-D01BE3C85333}"/>
          </ac:spMkLst>
        </pc:spChg>
        <pc:spChg chg="add del">
          <ac:chgData name="Sebastian Salas Arancbia" userId="593bdc02-1f6d-4a5b-bf43-894ce92bcc6a" providerId="ADAL" clId="{540DF1DE-B723-4CBB-8B3C-A7F49ED286C4}" dt="2024-12-07T03:50:49.206" v="89" actId="26606"/>
          <ac:spMkLst>
            <pc:docMk/>
            <pc:sldMk cId="328003674" sldId="260"/>
            <ac:spMk id="15" creationId="{E6C57836-126B-4938-8C7A-3C3BCB59D383}"/>
          </ac:spMkLst>
        </pc:spChg>
        <pc:spChg chg="add del">
          <ac:chgData name="Sebastian Salas Arancbia" userId="593bdc02-1f6d-4a5b-bf43-894ce92bcc6a" providerId="ADAL" clId="{540DF1DE-B723-4CBB-8B3C-A7F49ED286C4}" dt="2024-12-07T03:50:50.605" v="91" actId="26606"/>
          <ac:spMkLst>
            <pc:docMk/>
            <pc:sldMk cId="328003674" sldId="260"/>
            <ac:spMk id="18" creationId="{1FDFF85F-F105-40D5-9793-90419158C3BD}"/>
          </ac:spMkLst>
        </pc:spChg>
        <pc:spChg chg="add del">
          <ac:chgData name="Sebastian Salas Arancbia" userId="593bdc02-1f6d-4a5b-bf43-894ce92bcc6a" providerId="ADAL" clId="{540DF1DE-B723-4CBB-8B3C-A7F49ED286C4}" dt="2024-12-07T03:50:50.605" v="91" actId="26606"/>
          <ac:spMkLst>
            <pc:docMk/>
            <pc:sldMk cId="328003674" sldId="260"/>
            <ac:spMk id="19" creationId="{35AB47A4-BA8C-4250-88BD-D49C68C5F9E9}"/>
          </ac:spMkLst>
        </pc:spChg>
        <pc:picChg chg="add mod">
          <ac:chgData name="Sebastian Salas Arancbia" userId="593bdc02-1f6d-4a5b-bf43-894ce92bcc6a" providerId="ADAL" clId="{540DF1DE-B723-4CBB-8B3C-A7F49ED286C4}" dt="2024-12-07T03:50:50.609" v="92" actId="26606"/>
          <ac:picMkLst>
            <pc:docMk/>
            <pc:sldMk cId="328003674" sldId="260"/>
            <ac:picMk id="6" creationId="{22A75C32-78B4-B4AA-AE37-B6414FAF30D6}"/>
          </ac:picMkLst>
        </pc:picChg>
        <pc:picChg chg="add del">
          <ac:chgData name="Sebastian Salas Arancbia" userId="593bdc02-1f6d-4a5b-bf43-894ce92bcc6a" providerId="ADAL" clId="{540DF1DE-B723-4CBB-8B3C-A7F49ED286C4}" dt="2024-12-07T03:50:49.206" v="89" actId="26606"/>
          <ac:picMkLst>
            <pc:docMk/>
            <pc:sldMk cId="328003674" sldId="260"/>
            <ac:picMk id="13" creationId="{CD8CCB43-545E-4064-8BB8-5C492D0F5F57}"/>
          </ac:picMkLst>
        </pc:picChg>
        <pc:picChg chg="add del">
          <ac:chgData name="Sebastian Salas Arancbia" userId="593bdc02-1f6d-4a5b-bf43-894ce92bcc6a" providerId="ADAL" clId="{540DF1DE-B723-4CBB-8B3C-A7F49ED286C4}" dt="2024-12-07T03:50:50.605" v="91" actId="26606"/>
          <ac:picMkLst>
            <pc:docMk/>
            <pc:sldMk cId="328003674" sldId="260"/>
            <ac:picMk id="17" creationId="{39E5F3CB-7BDD-4E64-B274-CD900F08C6F3}"/>
          </ac:picMkLst>
        </pc:picChg>
        <pc:picChg chg="add del">
          <ac:chgData name="Sebastian Salas Arancbia" userId="593bdc02-1f6d-4a5b-bf43-894ce92bcc6a" providerId="ADAL" clId="{540DF1DE-B723-4CBB-8B3C-A7F49ED286C4}" dt="2024-12-07T03:50:50.605" v="91" actId="26606"/>
          <ac:picMkLst>
            <pc:docMk/>
            <pc:sldMk cId="328003674" sldId="260"/>
            <ac:picMk id="20" creationId="{66C8958D-EB99-414F-B735-863B67BB14D3}"/>
          </ac:picMkLst>
        </pc:picChg>
      </pc:sldChg>
      <pc:sldChg chg="addSp delSp modSp new mod setBg">
        <pc:chgData name="Sebastian Salas Arancbia" userId="593bdc02-1f6d-4a5b-bf43-894ce92bcc6a" providerId="ADAL" clId="{540DF1DE-B723-4CBB-8B3C-A7F49ED286C4}" dt="2024-12-07T03:52:27.493" v="102" actId="5793"/>
        <pc:sldMkLst>
          <pc:docMk/>
          <pc:sldMk cId="2887349934" sldId="261"/>
        </pc:sldMkLst>
        <pc:spChg chg="mod">
          <ac:chgData name="Sebastian Salas Arancbia" userId="593bdc02-1f6d-4a5b-bf43-894ce92bcc6a" providerId="ADAL" clId="{540DF1DE-B723-4CBB-8B3C-A7F49ED286C4}" dt="2024-12-07T03:52:24.929" v="100" actId="26606"/>
          <ac:spMkLst>
            <pc:docMk/>
            <pc:sldMk cId="2887349934" sldId="261"/>
            <ac:spMk id="2" creationId="{2FF5F86B-17E7-8E84-4461-180BA0373871}"/>
          </ac:spMkLst>
        </pc:spChg>
        <pc:spChg chg="del">
          <ac:chgData name="Sebastian Salas Arancbia" userId="593bdc02-1f6d-4a5b-bf43-894ce92bcc6a" providerId="ADAL" clId="{540DF1DE-B723-4CBB-8B3C-A7F49ED286C4}" dt="2024-12-07T03:38:06.456" v="48"/>
          <ac:spMkLst>
            <pc:docMk/>
            <pc:sldMk cId="2887349934" sldId="261"/>
            <ac:spMk id="3" creationId="{816FD7AB-B714-5138-D7E4-074F760C7838}"/>
          </ac:spMkLst>
        </pc:spChg>
        <pc:spChg chg="add mod ord">
          <ac:chgData name="Sebastian Salas Arancbia" userId="593bdc02-1f6d-4a5b-bf43-894ce92bcc6a" providerId="ADAL" clId="{540DF1DE-B723-4CBB-8B3C-A7F49ED286C4}" dt="2024-12-07T03:52:27.493" v="102" actId="5793"/>
          <ac:spMkLst>
            <pc:docMk/>
            <pc:sldMk cId="2887349934" sldId="261"/>
            <ac:spMk id="4" creationId="{991A240B-C5E4-F3C9-23A0-156725DE3DD4}"/>
          </ac:spMkLst>
        </pc:spChg>
        <pc:picChg chg="add mod">
          <ac:chgData name="Sebastian Salas Arancbia" userId="593bdc02-1f6d-4a5b-bf43-894ce92bcc6a" providerId="ADAL" clId="{540DF1DE-B723-4CBB-8B3C-A7F49ED286C4}" dt="2024-12-07T03:52:24.929" v="100" actId="26606"/>
          <ac:picMkLst>
            <pc:docMk/>
            <pc:sldMk cId="2887349934" sldId="261"/>
            <ac:picMk id="6" creationId="{EA0FCB2C-95F4-F139-74A3-523856AAC4B5}"/>
          </ac:picMkLst>
        </pc:picChg>
      </pc:sldChg>
      <pc:sldChg chg="addSp delSp modSp new mod setBg">
        <pc:chgData name="Sebastian Salas Arancbia" userId="593bdc02-1f6d-4a5b-bf43-894ce92bcc6a" providerId="ADAL" clId="{540DF1DE-B723-4CBB-8B3C-A7F49ED286C4}" dt="2024-12-07T03:53:06.467" v="110" actId="20577"/>
        <pc:sldMkLst>
          <pc:docMk/>
          <pc:sldMk cId="3091473800" sldId="262"/>
        </pc:sldMkLst>
        <pc:spChg chg="mod">
          <ac:chgData name="Sebastian Salas Arancbia" userId="593bdc02-1f6d-4a5b-bf43-894ce92bcc6a" providerId="ADAL" clId="{540DF1DE-B723-4CBB-8B3C-A7F49ED286C4}" dt="2024-12-07T03:53:03.605" v="106" actId="26606"/>
          <ac:spMkLst>
            <pc:docMk/>
            <pc:sldMk cId="3091473800" sldId="262"/>
            <ac:spMk id="2" creationId="{0A90139C-F3D4-68A9-A739-4BF21A89BCF6}"/>
          </ac:spMkLst>
        </pc:spChg>
        <pc:spChg chg="del">
          <ac:chgData name="Sebastian Salas Arancbia" userId="593bdc02-1f6d-4a5b-bf43-894ce92bcc6a" providerId="ADAL" clId="{540DF1DE-B723-4CBB-8B3C-A7F49ED286C4}" dt="2024-12-07T03:38:16.738" v="50"/>
          <ac:spMkLst>
            <pc:docMk/>
            <pc:sldMk cId="3091473800" sldId="262"/>
            <ac:spMk id="3" creationId="{C389476C-C83D-4562-255A-6CF0C913FBA4}"/>
          </ac:spMkLst>
        </pc:spChg>
        <pc:spChg chg="add mod ord">
          <ac:chgData name="Sebastian Salas Arancbia" userId="593bdc02-1f6d-4a5b-bf43-894ce92bcc6a" providerId="ADAL" clId="{540DF1DE-B723-4CBB-8B3C-A7F49ED286C4}" dt="2024-12-07T03:53:06.467" v="110" actId="20577"/>
          <ac:spMkLst>
            <pc:docMk/>
            <pc:sldMk cId="3091473800" sldId="262"/>
            <ac:spMk id="4" creationId="{F67CCECA-491C-0534-9017-2561A1A27A1D}"/>
          </ac:spMkLst>
        </pc:spChg>
        <pc:picChg chg="add mod">
          <ac:chgData name="Sebastian Salas Arancbia" userId="593bdc02-1f6d-4a5b-bf43-894ce92bcc6a" providerId="ADAL" clId="{540DF1DE-B723-4CBB-8B3C-A7F49ED286C4}" dt="2024-12-07T03:53:03.605" v="106" actId="26606"/>
          <ac:picMkLst>
            <pc:docMk/>
            <pc:sldMk cId="3091473800" sldId="262"/>
            <ac:picMk id="6" creationId="{3FD49594-5345-BAF2-C510-5304F2987C6E}"/>
          </ac:picMkLst>
        </pc:picChg>
      </pc:sldChg>
      <pc:sldChg chg="addSp delSp modSp new mod setBg">
        <pc:chgData name="Sebastian Salas Arancbia" userId="593bdc02-1f6d-4a5b-bf43-894ce92bcc6a" providerId="ADAL" clId="{540DF1DE-B723-4CBB-8B3C-A7F49ED286C4}" dt="2024-12-07T03:54:01.397" v="116" actId="5793"/>
        <pc:sldMkLst>
          <pc:docMk/>
          <pc:sldMk cId="998737231" sldId="263"/>
        </pc:sldMkLst>
        <pc:spChg chg="mod">
          <ac:chgData name="Sebastian Salas Arancbia" userId="593bdc02-1f6d-4a5b-bf43-894ce92bcc6a" providerId="ADAL" clId="{540DF1DE-B723-4CBB-8B3C-A7F49ED286C4}" dt="2024-12-07T03:53:58.609" v="114" actId="26606"/>
          <ac:spMkLst>
            <pc:docMk/>
            <pc:sldMk cId="998737231" sldId="263"/>
            <ac:spMk id="2" creationId="{AC9A5B2E-43B4-A375-8E15-12E0EA59948D}"/>
          </ac:spMkLst>
        </pc:spChg>
        <pc:spChg chg="del">
          <ac:chgData name="Sebastian Salas Arancbia" userId="593bdc02-1f6d-4a5b-bf43-894ce92bcc6a" providerId="ADAL" clId="{540DF1DE-B723-4CBB-8B3C-A7F49ED286C4}" dt="2024-12-07T03:38:52.518" v="52"/>
          <ac:spMkLst>
            <pc:docMk/>
            <pc:sldMk cId="998737231" sldId="263"/>
            <ac:spMk id="3" creationId="{15240085-E2F9-FE45-DDAE-009FDB03CDBB}"/>
          </ac:spMkLst>
        </pc:spChg>
        <pc:spChg chg="add mod ord">
          <ac:chgData name="Sebastian Salas Arancbia" userId="593bdc02-1f6d-4a5b-bf43-894ce92bcc6a" providerId="ADAL" clId="{540DF1DE-B723-4CBB-8B3C-A7F49ED286C4}" dt="2024-12-07T03:54:01.397" v="116" actId="5793"/>
          <ac:spMkLst>
            <pc:docMk/>
            <pc:sldMk cId="998737231" sldId="263"/>
            <ac:spMk id="4" creationId="{F7E90A86-BE20-47EF-885F-42BA76F1867C}"/>
          </ac:spMkLst>
        </pc:spChg>
        <pc:picChg chg="add mod">
          <ac:chgData name="Sebastian Salas Arancbia" userId="593bdc02-1f6d-4a5b-bf43-894ce92bcc6a" providerId="ADAL" clId="{540DF1DE-B723-4CBB-8B3C-A7F49ED286C4}" dt="2024-12-07T03:53:58.609" v="114" actId="26606"/>
          <ac:picMkLst>
            <pc:docMk/>
            <pc:sldMk cId="998737231" sldId="263"/>
            <ac:picMk id="6" creationId="{A62658F0-8863-410C-C24F-01D4BEB29876}"/>
          </ac:picMkLst>
        </pc:picChg>
      </pc:sldChg>
      <pc:sldChg chg="addSp delSp modSp new mod setBg">
        <pc:chgData name="Sebastian Salas Arancbia" userId="593bdc02-1f6d-4a5b-bf43-894ce92bcc6a" providerId="ADAL" clId="{540DF1DE-B723-4CBB-8B3C-A7F49ED286C4}" dt="2024-12-07T03:55:05.967" v="122" actId="5793"/>
        <pc:sldMkLst>
          <pc:docMk/>
          <pc:sldMk cId="3079787890" sldId="264"/>
        </pc:sldMkLst>
        <pc:spChg chg="mod">
          <ac:chgData name="Sebastian Salas Arancbia" userId="593bdc02-1f6d-4a5b-bf43-894ce92bcc6a" providerId="ADAL" clId="{540DF1DE-B723-4CBB-8B3C-A7F49ED286C4}" dt="2024-12-07T03:55:03.759" v="120" actId="26606"/>
          <ac:spMkLst>
            <pc:docMk/>
            <pc:sldMk cId="3079787890" sldId="264"/>
            <ac:spMk id="2" creationId="{67625334-3968-A35B-B760-8B1446F83227}"/>
          </ac:spMkLst>
        </pc:spChg>
        <pc:spChg chg="del">
          <ac:chgData name="Sebastian Salas Arancbia" userId="593bdc02-1f6d-4a5b-bf43-894ce92bcc6a" providerId="ADAL" clId="{540DF1DE-B723-4CBB-8B3C-A7F49ED286C4}" dt="2024-12-07T03:40:03.008" v="54"/>
          <ac:spMkLst>
            <pc:docMk/>
            <pc:sldMk cId="3079787890" sldId="264"/>
            <ac:spMk id="3" creationId="{354954FD-8AF6-1AC7-5316-7A4C558862F2}"/>
          </ac:spMkLst>
        </pc:spChg>
        <pc:spChg chg="add mod ord">
          <ac:chgData name="Sebastian Salas Arancbia" userId="593bdc02-1f6d-4a5b-bf43-894ce92bcc6a" providerId="ADAL" clId="{540DF1DE-B723-4CBB-8B3C-A7F49ED286C4}" dt="2024-12-07T03:55:05.967" v="122" actId="5793"/>
          <ac:spMkLst>
            <pc:docMk/>
            <pc:sldMk cId="3079787890" sldId="264"/>
            <ac:spMk id="4" creationId="{A3F107C1-59BA-E703-1EA9-80A54AB76835}"/>
          </ac:spMkLst>
        </pc:spChg>
        <pc:picChg chg="add mod">
          <ac:chgData name="Sebastian Salas Arancbia" userId="593bdc02-1f6d-4a5b-bf43-894ce92bcc6a" providerId="ADAL" clId="{540DF1DE-B723-4CBB-8B3C-A7F49ED286C4}" dt="2024-12-07T03:55:03.759" v="120" actId="26606"/>
          <ac:picMkLst>
            <pc:docMk/>
            <pc:sldMk cId="3079787890" sldId="264"/>
            <ac:picMk id="6" creationId="{1E9D1892-7A2E-D54E-5475-0F1B4037E7DC}"/>
          </ac:picMkLst>
        </pc:picChg>
      </pc:sldChg>
      <pc:sldChg chg="addSp delSp modSp new mod setBg">
        <pc:chgData name="Sebastian Salas Arancbia" userId="593bdc02-1f6d-4a5b-bf43-894ce92bcc6a" providerId="ADAL" clId="{540DF1DE-B723-4CBB-8B3C-A7F49ED286C4}" dt="2024-12-07T03:56:25.746" v="129" actId="26606"/>
        <pc:sldMkLst>
          <pc:docMk/>
          <pc:sldMk cId="164378869" sldId="265"/>
        </pc:sldMkLst>
        <pc:spChg chg="mod">
          <ac:chgData name="Sebastian Salas Arancbia" userId="593bdc02-1f6d-4a5b-bf43-894ce92bcc6a" providerId="ADAL" clId="{540DF1DE-B723-4CBB-8B3C-A7F49ED286C4}" dt="2024-12-07T03:56:14.453" v="126" actId="26606"/>
          <ac:spMkLst>
            <pc:docMk/>
            <pc:sldMk cId="164378869" sldId="265"/>
            <ac:spMk id="2" creationId="{D535276C-7592-74EB-810C-1EE7FEAFD718}"/>
          </ac:spMkLst>
        </pc:spChg>
        <pc:spChg chg="del">
          <ac:chgData name="Sebastian Salas Arancbia" userId="593bdc02-1f6d-4a5b-bf43-894ce92bcc6a" providerId="ADAL" clId="{540DF1DE-B723-4CBB-8B3C-A7F49ED286C4}" dt="2024-12-07T03:41:06.773" v="56"/>
          <ac:spMkLst>
            <pc:docMk/>
            <pc:sldMk cId="164378869" sldId="265"/>
            <ac:spMk id="3" creationId="{022F2CE0-C42F-3F6A-C816-97E503C7A64C}"/>
          </ac:spMkLst>
        </pc:spChg>
        <pc:spChg chg="add mod ord">
          <ac:chgData name="Sebastian Salas Arancbia" userId="593bdc02-1f6d-4a5b-bf43-894ce92bcc6a" providerId="ADAL" clId="{540DF1DE-B723-4CBB-8B3C-A7F49ED286C4}" dt="2024-12-07T03:56:25.746" v="129" actId="26606"/>
          <ac:spMkLst>
            <pc:docMk/>
            <pc:sldMk cId="164378869" sldId="265"/>
            <ac:spMk id="4" creationId="{83EBAA5B-4E01-91EB-4AFD-6D7B35D8A624}"/>
          </ac:spMkLst>
        </pc:spChg>
        <pc:picChg chg="add mod ord">
          <ac:chgData name="Sebastian Salas Arancbia" userId="593bdc02-1f6d-4a5b-bf43-894ce92bcc6a" providerId="ADAL" clId="{540DF1DE-B723-4CBB-8B3C-A7F49ED286C4}" dt="2024-12-07T03:56:25.746" v="129" actId="26606"/>
          <ac:picMkLst>
            <pc:docMk/>
            <pc:sldMk cId="164378869" sldId="265"/>
            <ac:picMk id="6" creationId="{1CD667F4-E925-6CB3-CEAC-1BD5CA955DBB}"/>
          </ac:picMkLst>
        </pc:picChg>
      </pc:sldChg>
      <pc:sldChg chg="addSp delSp modSp new mod setBg">
        <pc:chgData name="Sebastian Salas Arancbia" userId="593bdc02-1f6d-4a5b-bf43-894ce92bcc6a" providerId="ADAL" clId="{540DF1DE-B723-4CBB-8B3C-A7F49ED286C4}" dt="2024-12-07T03:56:53.652" v="134" actId="26606"/>
        <pc:sldMkLst>
          <pc:docMk/>
          <pc:sldMk cId="304687954" sldId="266"/>
        </pc:sldMkLst>
        <pc:spChg chg="mod">
          <ac:chgData name="Sebastian Salas Arancbia" userId="593bdc02-1f6d-4a5b-bf43-894ce92bcc6a" providerId="ADAL" clId="{540DF1DE-B723-4CBB-8B3C-A7F49ED286C4}" dt="2024-12-07T03:56:53.652" v="134" actId="26606"/>
          <ac:spMkLst>
            <pc:docMk/>
            <pc:sldMk cId="304687954" sldId="266"/>
            <ac:spMk id="2" creationId="{C80C0A08-9F8F-7FBF-9B1F-6D6F4031BFE9}"/>
          </ac:spMkLst>
        </pc:spChg>
        <pc:spChg chg="del">
          <ac:chgData name="Sebastian Salas Arancbia" userId="593bdc02-1f6d-4a5b-bf43-894ce92bcc6a" providerId="ADAL" clId="{540DF1DE-B723-4CBB-8B3C-A7F49ED286C4}" dt="2024-12-07T03:41:19.184" v="58"/>
          <ac:spMkLst>
            <pc:docMk/>
            <pc:sldMk cId="304687954" sldId="266"/>
            <ac:spMk id="3" creationId="{D22FDDDE-355D-E2B5-43DC-2BA340F004D7}"/>
          </ac:spMkLst>
        </pc:spChg>
        <pc:spChg chg="add mod">
          <ac:chgData name="Sebastian Salas Arancbia" userId="593bdc02-1f6d-4a5b-bf43-894ce92bcc6a" providerId="ADAL" clId="{540DF1DE-B723-4CBB-8B3C-A7F49ED286C4}" dt="2024-12-07T03:56:53.652" v="134" actId="26606"/>
          <ac:spMkLst>
            <pc:docMk/>
            <pc:sldMk cId="304687954" sldId="266"/>
            <ac:spMk id="4" creationId="{B598E535-EB9D-2614-0E09-895E5B5B467A}"/>
          </ac:spMkLst>
        </pc:spChg>
        <pc:picChg chg="add mod">
          <ac:chgData name="Sebastian Salas Arancbia" userId="593bdc02-1f6d-4a5b-bf43-894ce92bcc6a" providerId="ADAL" clId="{540DF1DE-B723-4CBB-8B3C-A7F49ED286C4}" dt="2024-12-07T03:56:53.652" v="134" actId="26606"/>
          <ac:picMkLst>
            <pc:docMk/>
            <pc:sldMk cId="304687954" sldId="266"/>
            <ac:picMk id="6" creationId="{6FB4ABCD-0590-96E0-3891-DD81FF592689}"/>
          </ac:picMkLst>
        </pc:picChg>
      </pc:sldChg>
      <pc:sldChg chg="addSp delSp modSp new mod setBg">
        <pc:chgData name="Sebastian Salas Arancbia" userId="593bdc02-1f6d-4a5b-bf43-894ce92bcc6a" providerId="ADAL" clId="{540DF1DE-B723-4CBB-8B3C-A7F49ED286C4}" dt="2024-12-07T03:57:37.347" v="141" actId="26606"/>
        <pc:sldMkLst>
          <pc:docMk/>
          <pc:sldMk cId="1373455631" sldId="267"/>
        </pc:sldMkLst>
        <pc:spChg chg="mod">
          <ac:chgData name="Sebastian Salas Arancbia" userId="593bdc02-1f6d-4a5b-bf43-894ce92bcc6a" providerId="ADAL" clId="{540DF1DE-B723-4CBB-8B3C-A7F49ED286C4}" dt="2024-12-07T03:57:37.347" v="141" actId="26606"/>
          <ac:spMkLst>
            <pc:docMk/>
            <pc:sldMk cId="1373455631" sldId="267"/>
            <ac:spMk id="2" creationId="{D6D986DD-2B78-0480-BCA5-399E4CADBC25}"/>
          </ac:spMkLst>
        </pc:spChg>
        <pc:spChg chg="del">
          <ac:chgData name="Sebastian Salas Arancbia" userId="593bdc02-1f6d-4a5b-bf43-894ce92bcc6a" providerId="ADAL" clId="{540DF1DE-B723-4CBB-8B3C-A7F49ED286C4}" dt="2024-12-07T03:41:32.071" v="60"/>
          <ac:spMkLst>
            <pc:docMk/>
            <pc:sldMk cId="1373455631" sldId="267"/>
            <ac:spMk id="3" creationId="{0103ED9E-44AF-A040-C742-8B60A8294823}"/>
          </ac:spMkLst>
        </pc:spChg>
        <pc:spChg chg="add mod ord">
          <ac:chgData name="Sebastian Salas Arancbia" userId="593bdc02-1f6d-4a5b-bf43-894ce92bcc6a" providerId="ADAL" clId="{540DF1DE-B723-4CBB-8B3C-A7F49ED286C4}" dt="2024-12-07T03:57:37.347" v="141" actId="26606"/>
          <ac:spMkLst>
            <pc:docMk/>
            <pc:sldMk cId="1373455631" sldId="267"/>
            <ac:spMk id="4" creationId="{5506D5F9-0C00-1CC9-B8AC-A7A4DC810FB4}"/>
          </ac:spMkLst>
        </pc:spChg>
        <pc:spChg chg="add del">
          <ac:chgData name="Sebastian Salas Arancbia" userId="593bdc02-1f6d-4a5b-bf43-894ce92bcc6a" providerId="ADAL" clId="{540DF1DE-B723-4CBB-8B3C-A7F49ED286C4}" dt="2024-12-07T03:57:37.347" v="141" actId="26606"/>
          <ac:spMkLst>
            <pc:docMk/>
            <pc:sldMk cId="1373455631" sldId="267"/>
            <ac:spMk id="10" creationId="{1EA5387D-64D8-4D6C-B109-FF4E81DF609A}"/>
          </ac:spMkLst>
        </pc:spChg>
        <pc:spChg chg="add">
          <ac:chgData name="Sebastian Salas Arancbia" userId="593bdc02-1f6d-4a5b-bf43-894ce92bcc6a" providerId="ADAL" clId="{540DF1DE-B723-4CBB-8B3C-A7F49ED286C4}" dt="2024-12-07T03:57:37.347" v="141" actId="26606"/>
          <ac:spMkLst>
            <pc:docMk/>
            <pc:sldMk cId="1373455631" sldId="267"/>
            <ac:spMk id="15" creationId="{21495152-D769-451A-92DB-5A3DE73FCD8A}"/>
          </ac:spMkLst>
        </pc:spChg>
        <pc:picChg chg="add mod ord">
          <ac:chgData name="Sebastian Salas Arancbia" userId="593bdc02-1f6d-4a5b-bf43-894ce92bcc6a" providerId="ADAL" clId="{540DF1DE-B723-4CBB-8B3C-A7F49ED286C4}" dt="2024-12-07T03:57:37.347" v="141" actId="26606"/>
          <ac:picMkLst>
            <pc:docMk/>
            <pc:sldMk cId="1373455631" sldId="267"/>
            <ac:picMk id="6" creationId="{B2FD1A9C-3268-D531-622D-83564F543BE0}"/>
          </ac:picMkLst>
        </pc:picChg>
        <pc:picChg chg="add mod">
          <ac:chgData name="Sebastian Salas Arancbia" userId="593bdc02-1f6d-4a5b-bf43-894ce92bcc6a" providerId="ADAL" clId="{540DF1DE-B723-4CBB-8B3C-A7F49ED286C4}" dt="2024-12-07T03:57:37.347" v="141" actId="26606"/>
          <ac:picMkLst>
            <pc:docMk/>
            <pc:sldMk cId="1373455631" sldId="267"/>
            <ac:picMk id="7" creationId="{A0C05473-F431-BEBE-05C3-E4F376ADDBA5}"/>
          </ac:picMkLst>
        </pc:picChg>
      </pc:sldChg>
      <pc:sldChg chg="addSp delSp modSp new mod setBg">
        <pc:chgData name="Sebastian Salas Arancbia" userId="593bdc02-1f6d-4a5b-bf43-894ce92bcc6a" providerId="ADAL" clId="{540DF1DE-B723-4CBB-8B3C-A7F49ED286C4}" dt="2024-12-07T03:58:01.338" v="147" actId="5793"/>
        <pc:sldMkLst>
          <pc:docMk/>
          <pc:sldMk cId="4188028633" sldId="268"/>
        </pc:sldMkLst>
        <pc:spChg chg="mod">
          <ac:chgData name="Sebastian Salas Arancbia" userId="593bdc02-1f6d-4a5b-bf43-894ce92bcc6a" providerId="ADAL" clId="{540DF1DE-B723-4CBB-8B3C-A7F49ED286C4}" dt="2024-12-07T03:57:58.375" v="145" actId="26606"/>
          <ac:spMkLst>
            <pc:docMk/>
            <pc:sldMk cId="4188028633" sldId="268"/>
            <ac:spMk id="2" creationId="{18CD50E8-249C-D578-671B-4676C75D6B0C}"/>
          </ac:spMkLst>
        </pc:spChg>
        <pc:spChg chg="del">
          <ac:chgData name="Sebastian Salas Arancbia" userId="593bdc02-1f6d-4a5b-bf43-894ce92bcc6a" providerId="ADAL" clId="{540DF1DE-B723-4CBB-8B3C-A7F49ED286C4}" dt="2024-12-07T03:41:43.297" v="62"/>
          <ac:spMkLst>
            <pc:docMk/>
            <pc:sldMk cId="4188028633" sldId="268"/>
            <ac:spMk id="3" creationId="{F2F94997-64A4-844D-5495-B38D961322FD}"/>
          </ac:spMkLst>
        </pc:spChg>
        <pc:spChg chg="add mod ord">
          <ac:chgData name="Sebastian Salas Arancbia" userId="593bdc02-1f6d-4a5b-bf43-894ce92bcc6a" providerId="ADAL" clId="{540DF1DE-B723-4CBB-8B3C-A7F49ED286C4}" dt="2024-12-07T03:58:01.338" v="147" actId="5793"/>
          <ac:spMkLst>
            <pc:docMk/>
            <pc:sldMk cId="4188028633" sldId="268"/>
            <ac:spMk id="4" creationId="{CA97E8D5-61C5-168E-0C96-AA68C8E1997E}"/>
          </ac:spMkLst>
        </pc:spChg>
        <pc:picChg chg="add mod">
          <ac:chgData name="Sebastian Salas Arancbia" userId="593bdc02-1f6d-4a5b-bf43-894ce92bcc6a" providerId="ADAL" clId="{540DF1DE-B723-4CBB-8B3C-A7F49ED286C4}" dt="2024-12-07T03:57:58.375" v="145" actId="26606"/>
          <ac:picMkLst>
            <pc:docMk/>
            <pc:sldMk cId="4188028633" sldId="268"/>
            <ac:picMk id="6" creationId="{C01F8275-4E5E-5C91-8904-F1E4119BAB3A}"/>
          </ac:picMkLst>
        </pc:picChg>
      </pc:sldChg>
      <pc:sldChg chg="addSp delSp modSp new mod setBg">
        <pc:chgData name="Sebastian Salas Arancbia" userId="593bdc02-1f6d-4a5b-bf43-894ce92bcc6a" providerId="ADAL" clId="{540DF1DE-B723-4CBB-8B3C-A7F49ED286C4}" dt="2024-12-07T03:58:12.910" v="150" actId="5793"/>
        <pc:sldMkLst>
          <pc:docMk/>
          <pc:sldMk cId="1393917371" sldId="269"/>
        </pc:sldMkLst>
        <pc:spChg chg="mod">
          <ac:chgData name="Sebastian Salas Arancbia" userId="593bdc02-1f6d-4a5b-bf43-894ce92bcc6a" providerId="ADAL" clId="{540DF1DE-B723-4CBB-8B3C-A7F49ED286C4}" dt="2024-12-07T03:58:09.406" v="148" actId="26606"/>
          <ac:spMkLst>
            <pc:docMk/>
            <pc:sldMk cId="1393917371" sldId="269"/>
            <ac:spMk id="2" creationId="{2E66BBD4-BB2D-6EF1-AD61-05DA1733572C}"/>
          </ac:spMkLst>
        </pc:spChg>
        <pc:spChg chg="del">
          <ac:chgData name="Sebastian Salas Arancbia" userId="593bdc02-1f6d-4a5b-bf43-894ce92bcc6a" providerId="ADAL" clId="{540DF1DE-B723-4CBB-8B3C-A7F49ED286C4}" dt="2024-12-07T03:41:55.217" v="65"/>
          <ac:spMkLst>
            <pc:docMk/>
            <pc:sldMk cId="1393917371" sldId="269"/>
            <ac:spMk id="3" creationId="{AF016254-5022-9D3C-F7FA-1F5BC5BE12DC}"/>
          </ac:spMkLst>
        </pc:spChg>
        <pc:spChg chg="add mod">
          <ac:chgData name="Sebastian Salas Arancbia" userId="593bdc02-1f6d-4a5b-bf43-894ce92bcc6a" providerId="ADAL" clId="{540DF1DE-B723-4CBB-8B3C-A7F49ED286C4}" dt="2024-12-07T03:58:12.910" v="150" actId="5793"/>
          <ac:spMkLst>
            <pc:docMk/>
            <pc:sldMk cId="1393917371" sldId="269"/>
            <ac:spMk id="4" creationId="{163FDBF1-ED9E-B989-485D-52E8CF1154EE}"/>
          </ac:spMkLst>
        </pc:spChg>
        <pc:spChg chg="add">
          <ac:chgData name="Sebastian Salas Arancbia" userId="593bdc02-1f6d-4a5b-bf43-894ce92bcc6a" providerId="ADAL" clId="{540DF1DE-B723-4CBB-8B3C-A7F49ED286C4}" dt="2024-12-07T03:58:09.406" v="148" actId="26606"/>
          <ac:spMkLst>
            <pc:docMk/>
            <pc:sldMk cId="1393917371" sldId="269"/>
            <ac:spMk id="10" creationId="{1EA5387D-64D8-4D6C-B109-FF4E81DF609A}"/>
          </ac:spMkLst>
        </pc:spChg>
        <pc:picChg chg="add">
          <ac:chgData name="Sebastian Salas Arancbia" userId="593bdc02-1f6d-4a5b-bf43-894ce92bcc6a" providerId="ADAL" clId="{540DF1DE-B723-4CBB-8B3C-A7F49ED286C4}" dt="2024-12-07T03:58:09.406" v="148" actId="26606"/>
          <ac:picMkLst>
            <pc:docMk/>
            <pc:sldMk cId="1393917371" sldId="269"/>
            <ac:picMk id="6" creationId="{6BAABBA3-6C94-3713-F496-3AD88FCE1C0F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42548F-73D2-49A9-B7C8-35E6647B78B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87CDF49-D23A-4951-A710-8F28C10343E2}">
      <dgm:prSet/>
      <dgm:spPr/>
      <dgm:t>
        <a:bodyPr/>
        <a:lstStyle/>
        <a:p>
          <a:r>
            <a:rPr lang="en-US" b="1" i="0" baseline="0"/>
            <a:t>Explanation:</a:t>
          </a:r>
          <a:r>
            <a:rPr lang="en-US" b="0" i="0" baseline="0"/>
            <a:t> A virus is a type of malware that attaches itself to a legitimate program or file and spreads when the infected program is executed. It can corrupt files, steal data, or cause system crashes.</a:t>
          </a:r>
          <a:endParaRPr lang="en-US"/>
        </a:p>
      </dgm:t>
    </dgm:pt>
    <dgm:pt modelId="{B4BA3EE3-B291-4CC8-B649-66EF58223309}" type="parTrans" cxnId="{6D9FB7DB-29C9-484D-B1FD-6D8FCD43D981}">
      <dgm:prSet/>
      <dgm:spPr/>
      <dgm:t>
        <a:bodyPr/>
        <a:lstStyle/>
        <a:p>
          <a:endParaRPr lang="en-US"/>
        </a:p>
      </dgm:t>
    </dgm:pt>
    <dgm:pt modelId="{EE445D90-A116-4B20-A44E-D7CBD11F7403}" type="sibTrans" cxnId="{6D9FB7DB-29C9-484D-B1FD-6D8FCD43D981}">
      <dgm:prSet/>
      <dgm:spPr/>
      <dgm:t>
        <a:bodyPr/>
        <a:lstStyle/>
        <a:p>
          <a:endParaRPr lang="en-US"/>
        </a:p>
      </dgm:t>
    </dgm:pt>
    <dgm:pt modelId="{D0109A02-743A-462C-A9A3-968476BDC4F8}">
      <dgm:prSet/>
      <dgm:spPr/>
      <dgm:t>
        <a:bodyPr/>
        <a:lstStyle/>
        <a:p>
          <a:r>
            <a:rPr lang="en-US" b="1" i="0" baseline="0"/>
            <a:t>Example:</a:t>
          </a:r>
          <a:r>
            <a:rPr lang="en-US" b="0" i="0" baseline="0"/>
            <a:t> </a:t>
          </a:r>
          <a:r>
            <a:rPr lang="en-US" b="1" i="0" baseline="0"/>
            <a:t>ILOVEYOU Virus</a:t>
          </a:r>
          <a:r>
            <a:rPr lang="en-US" b="0" i="0" baseline="0"/>
            <a:t> (May 2000) – A worm that spread via email and caused widespread damage. </a:t>
          </a:r>
          <a:endParaRPr lang="en-US"/>
        </a:p>
      </dgm:t>
    </dgm:pt>
    <dgm:pt modelId="{90A88C1E-3EF8-45F2-BFB8-AB3C48C8EA9E}" type="parTrans" cxnId="{13730C22-0BB4-4F2B-8B33-1A15431D8242}">
      <dgm:prSet/>
      <dgm:spPr/>
      <dgm:t>
        <a:bodyPr/>
        <a:lstStyle/>
        <a:p>
          <a:endParaRPr lang="en-US"/>
        </a:p>
      </dgm:t>
    </dgm:pt>
    <dgm:pt modelId="{7917E293-CCA5-46B4-B542-03DFDF2F75A3}" type="sibTrans" cxnId="{13730C22-0BB4-4F2B-8B33-1A15431D8242}">
      <dgm:prSet/>
      <dgm:spPr/>
      <dgm:t>
        <a:bodyPr/>
        <a:lstStyle/>
        <a:p>
          <a:endParaRPr lang="en-US"/>
        </a:p>
      </dgm:t>
    </dgm:pt>
    <dgm:pt modelId="{1FB4EF91-521D-4262-84FC-794C1E374C0C}" type="pres">
      <dgm:prSet presAssocID="{A442548F-73D2-49A9-B7C8-35E6647B78B9}" presName="root" presStyleCnt="0">
        <dgm:presLayoutVars>
          <dgm:dir/>
          <dgm:resizeHandles val="exact"/>
        </dgm:presLayoutVars>
      </dgm:prSet>
      <dgm:spPr/>
    </dgm:pt>
    <dgm:pt modelId="{CA27A72B-C655-48AC-A58E-BFB60077E6EB}" type="pres">
      <dgm:prSet presAssocID="{187CDF49-D23A-4951-A710-8F28C10343E2}" presName="compNode" presStyleCnt="0"/>
      <dgm:spPr/>
    </dgm:pt>
    <dgm:pt modelId="{32E31914-5C06-4994-8A07-AE4C5FCD9168}" type="pres">
      <dgm:prSet presAssocID="{187CDF49-D23A-4951-A710-8F28C10343E2}" presName="bgRect" presStyleLbl="bgShp" presStyleIdx="0" presStyleCnt="2"/>
      <dgm:spPr/>
    </dgm:pt>
    <dgm:pt modelId="{094D21CC-255C-43CC-8FFF-E1F03F7EB18E}" type="pres">
      <dgm:prSet presAssocID="{187CDF49-D23A-4951-A710-8F28C10343E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FF359898-2D49-4D6E-A8D7-C4654EB817E2}" type="pres">
      <dgm:prSet presAssocID="{187CDF49-D23A-4951-A710-8F28C10343E2}" presName="spaceRect" presStyleCnt="0"/>
      <dgm:spPr/>
    </dgm:pt>
    <dgm:pt modelId="{5B16E5BF-AEB7-469B-862A-DA5ABEB06883}" type="pres">
      <dgm:prSet presAssocID="{187CDF49-D23A-4951-A710-8F28C10343E2}" presName="parTx" presStyleLbl="revTx" presStyleIdx="0" presStyleCnt="2">
        <dgm:presLayoutVars>
          <dgm:chMax val="0"/>
          <dgm:chPref val="0"/>
        </dgm:presLayoutVars>
      </dgm:prSet>
      <dgm:spPr/>
    </dgm:pt>
    <dgm:pt modelId="{7CBC0799-6316-4D41-8E9B-F61D7DA2E837}" type="pres">
      <dgm:prSet presAssocID="{EE445D90-A116-4B20-A44E-D7CBD11F7403}" presName="sibTrans" presStyleCnt="0"/>
      <dgm:spPr/>
    </dgm:pt>
    <dgm:pt modelId="{0C8AE97B-3D04-4998-ACFE-353E30575962}" type="pres">
      <dgm:prSet presAssocID="{D0109A02-743A-462C-A9A3-968476BDC4F8}" presName="compNode" presStyleCnt="0"/>
      <dgm:spPr/>
    </dgm:pt>
    <dgm:pt modelId="{7B9152F5-DE86-499C-B549-176B01FA2B01}" type="pres">
      <dgm:prSet presAssocID="{D0109A02-743A-462C-A9A3-968476BDC4F8}" presName="bgRect" presStyleLbl="bgShp" presStyleIdx="1" presStyleCnt="2"/>
      <dgm:spPr/>
    </dgm:pt>
    <dgm:pt modelId="{0D1B3BC9-0BE4-45D8-ACA5-9433E3412E08}" type="pres">
      <dgm:prSet presAssocID="{D0109A02-743A-462C-A9A3-968476BDC4F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574E62F-3AA2-4D5E-B052-D1A31B1C4D01}" type="pres">
      <dgm:prSet presAssocID="{D0109A02-743A-462C-A9A3-968476BDC4F8}" presName="spaceRect" presStyleCnt="0"/>
      <dgm:spPr/>
    </dgm:pt>
    <dgm:pt modelId="{18A9537D-D89A-4A71-89C5-60FAA8D96614}" type="pres">
      <dgm:prSet presAssocID="{D0109A02-743A-462C-A9A3-968476BDC4F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3730C22-0BB4-4F2B-8B33-1A15431D8242}" srcId="{A442548F-73D2-49A9-B7C8-35E6647B78B9}" destId="{D0109A02-743A-462C-A9A3-968476BDC4F8}" srcOrd="1" destOrd="0" parTransId="{90A88C1E-3EF8-45F2-BFB8-AB3C48C8EA9E}" sibTransId="{7917E293-CCA5-46B4-B542-03DFDF2F75A3}"/>
    <dgm:cxn modelId="{AA050355-69EB-4270-BD3F-CB76CB6354FC}" type="presOf" srcId="{187CDF49-D23A-4951-A710-8F28C10343E2}" destId="{5B16E5BF-AEB7-469B-862A-DA5ABEB06883}" srcOrd="0" destOrd="0" presId="urn:microsoft.com/office/officeart/2018/2/layout/IconVerticalSolidList"/>
    <dgm:cxn modelId="{A4F1BC7E-DA74-483F-9B71-D7038AE154F4}" type="presOf" srcId="{A442548F-73D2-49A9-B7C8-35E6647B78B9}" destId="{1FB4EF91-521D-4262-84FC-794C1E374C0C}" srcOrd="0" destOrd="0" presId="urn:microsoft.com/office/officeart/2018/2/layout/IconVerticalSolidList"/>
    <dgm:cxn modelId="{D94AFCD0-45E8-4441-B316-5B4154ECA6B7}" type="presOf" srcId="{D0109A02-743A-462C-A9A3-968476BDC4F8}" destId="{18A9537D-D89A-4A71-89C5-60FAA8D96614}" srcOrd="0" destOrd="0" presId="urn:microsoft.com/office/officeart/2018/2/layout/IconVerticalSolidList"/>
    <dgm:cxn modelId="{6D9FB7DB-29C9-484D-B1FD-6D8FCD43D981}" srcId="{A442548F-73D2-49A9-B7C8-35E6647B78B9}" destId="{187CDF49-D23A-4951-A710-8F28C10343E2}" srcOrd="0" destOrd="0" parTransId="{B4BA3EE3-B291-4CC8-B649-66EF58223309}" sibTransId="{EE445D90-A116-4B20-A44E-D7CBD11F7403}"/>
    <dgm:cxn modelId="{8F54CD07-8985-47DA-B3CF-10BF6E9E707A}" type="presParOf" srcId="{1FB4EF91-521D-4262-84FC-794C1E374C0C}" destId="{CA27A72B-C655-48AC-A58E-BFB60077E6EB}" srcOrd="0" destOrd="0" presId="urn:microsoft.com/office/officeart/2018/2/layout/IconVerticalSolidList"/>
    <dgm:cxn modelId="{5928F516-053F-4829-8638-2512F867B827}" type="presParOf" srcId="{CA27A72B-C655-48AC-A58E-BFB60077E6EB}" destId="{32E31914-5C06-4994-8A07-AE4C5FCD9168}" srcOrd="0" destOrd="0" presId="urn:microsoft.com/office/officeart/2018/2/layout/IconVerticalSolidList"/>
    <dgm:cxn modelId="{74146A1F-200E-4899-8903-C5C037AC34A3}" type="presParOf" srcId="{CA27A72B-C655-48AC-A58E-BFB60077E6EB}" destId="{094D21CC-255C-43CC-8FFF-E1F03F7EB18E}" srcOrd="1" destOrd="0" presId="urn:microsoft.com/office/officeart/2018/2/layout/IconVerticalSolidList"/>
    <dgm:cxn modelId="{258C5C66-E1A3-43FC-8BE6-AC686D11F907}" type="presParOf" srcId="{CA27A72B-C655-48AC-A58E-BFB60077E6EB}" destId="{FF359898-2D49-4D6E-A8D7-C4654EB817E2}" srcOrd="2" destOrd="0" presId="urn:microsoft.com/office/officeart/2018/2/layout/IconVerticalSolidList"/>
    <dgm:cxn modelId="{DBD7557F-4E4F-41CA-9E2A-1AB8480E7582}" type="presParOf" srcId="{CA27A72B-C655-48AC-A58E-BFB60077E6EB}" destId="{5B16E5BF-AEB7-469B-862A-DA5ABEB06883}" srcOrd="3" destOrd="0" presId="urn:microsoft.com/office/officeart/2018/2/layout/IconVerticalSolidList"/>
    <dgm:cxn modelId="{D1722787-FA36-492F-9984-C3348B32E73F}" type="presParOf" srcId="{1FB4EF91-521D-4262-84FC-794C1E374C0C}" destId="{7CBC0799-6316-4D41-8E9B-F61D7DA2E837}" srcOrd="1" destOrd="0" presId="urn:microsoft.com/office/officeart/2018/2/layout/IconVerticalSolidList"/>
    <dgm:cxn modelId="{D3A6FF7C-2E8F-40C8-BC34-46118F9FB25D}" type="presParOf" srcId="{1FB4EF91-521D-4262-84FC-794C1E374C0C}" destId="{0C8AE97B-3D04-4998-ACFE-353E30575962}" srcOrd="2" destOrd="0" presId="urn:microsoft.com/office/officeart/2018/2/layout/IconVerticalSolidList"/>
    <dgm:cxn modelId="{2912A1DC-BB47-419A-920D-7EA6D0B970BE}" type="presParOf" srcId="{0C8AE97B-3D04-4998-ACFE-353E30575962}" destId="{7B9152F5-DE86-499C-B549-176B01FA2B01}" srcOrd="0" destOrd="0" presId="urn:microsoft.com/office/officeart/2018/2/layout/IconVerticalSolidList"/>
    <dgm:cxn modelId="{04A0BC2F-FD71-4478-BC54-58DB4424EDFD}" type="presParOf" srcId="{0C8AE97B-3D04-4998-ACFE-353E30575962}" destId="{0D1B3BC9-0BE4-45D8-ACA5-9433E3412E08}" srcOrd="1" destOrd="0" presId="urn:microsoft.com/office/officeart/2018/2/layout/IconVerticalSolidList"/>
    <dgm:cxn modelId="{3A63433F-D32A-4D32-9AF5-46026DA53266}" type="presParOf" srcId="{0C8AE97B-3D04-4998-ACFE-353E30575962}" destId="{D574E62F-3AA2-4D5E-B052-D1A31B1C4D01}" srcOrd="2" destOrd="0" presId="urn:microsoft.com/office/officeart/2018/2/layout/IconVerticalSolidList"/>
    <dgm:cxn modelId="{D1472685-2707-4FAC-875F-DF0E3B3F2822}" type="presParOf" srcId="{0C8AE97B-3D04-4998-ACFE-353E30575962}" destId="{18A9537D-D89A-4A71-89C5-60FAA8D966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31914-5C06-4994-8A07-AE4C5FCD9168}">
      <dsp:nvSpPr>
        <dsp:cNvPr id="0" name=""/>
        <dsp:cNvSpPr/>
      </dsp:nvSpPr>
      <dsp:spPr>
        <a:xfrm>
          <a:off x="0" y="885258"/>
          <a:ext cx="6290226" cy="16343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4D21CC-255C-43CC-8FFF-E1F03F7EB18E}">
      <dsp:nvSpPr>
        <dsp:cNvPr id="0" name=""/>
        <dsp:cNvSpPr/>
      </dsp:nvSpPr>
      <dsp:spPr>
        <a:xfrm>
          <a:off x="494382" y="1252981"/>
          <a:ext cx="898877" cy="8988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6E5BF-AEB7-469B-862A-DA5ABEB06883}">
      <dsp:nvSpPr>
        <dsp:cNvPr id="0" name=""/>
        <dsp:cNvSpPr/>
      </dsp:nvSpPr>
      <dsp:spPr>
        <a:xfrm>
          <a:off x="1887643" y="885258"/>
          <a:ext cx="4402582" cy="1634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966" tIns="172966" rIns="172966" bIns="17296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Explanation:</a:t>
          </a:r>
          <a:r>
            <a:rPr lang="en-US" sz="1500" b="0" i="0" kern="1200" baseline="0"/>
            <a:t> A virus is a type of malware that attaches itself to a legitimate program or file and spreads when the infected program is executed. It can corrupt files, steal data, or cause system crashes.</a:t>
          </a:r>
          <a:endParaRPr lang="en-US" sz="1500" kern="1200"/>
        </a:p>
      </dsp:txBody>
      <dsp:txXfrm>
        <a:off x="1887643" y="885258"/>
        <a:ext cx="4402582" cy="1634323"/>
      </dsp:txXfrm>
    </dsp:sp>
    <dsp:sp modelId="{7B9152F5-DE86-499C-B549-176B01FA2B01}">
      <dsp:nvSpPr>
        <dsp:cNvPr id="0" name=""/>
        <dsp:cNvSpPr/>
      </dsp:nvSpPr>
      <dsp:spPr>
        <a:xfrm>
          <a:off x="0" y="2928162"/>
          <a:ext cx="6290226" cy="16343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1B3BC9-0BE4-45D8-ACA5-9433E3412E08}">
      <dsp:nvSpPr>
        <dsp:cNvPr id="0" name=""/>
        <dsp:cNvSpPr/>
      </dsp:nvSpPr>
      <dsp:spPr>
        <a:xfrm>
          <a:off x="494382" y="3295885"/>
          <a:ext cx="898877" cy="8988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537D-D89A-4A71-89C5-60FAA8D96614}">
      <dsp:nvSpPr>
        <dsp:cNvPr id="0" name=""/>
        <dsp:cNvSpPr/>
      </dsp:nvSpPr>
      <dsp:spPr>
        <a:xfrm>
          <a:off x="1887643" y="2928162"/>
          <a:ext cx="4402582" cy="1634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966" tIns="172966" rIns="172966" bIns="17296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Example:</a:t>
          </a:r>
          <a:r>
            <a:rPr lang="en-US" sz="1500" b="0" i="0" kern="1200" baseline="0"/>
            <a:t> </a:t>
          </a:r>
          <a:r>
            <a:rPr lang="en-US" sz="1500" b="1" i="0" kern="1200" baseline="0"/>
            <a:t>ILOVEYOU Virus</a:t>
          </a:r>
          <a:r>
            <a:rPr lang="en-US" sz="1500" b="0" i="0" kern="1200" baseline="0"/>
            <a:t> (May 2000) – A worm that spread via email and caused widespread damage. </a:t>
          </a:r>
          <a:endParaRPr lang="en-US" sz="1500" kern="1200"/>
        </a:p>
      </dsp:txBody>
      <dsp:txXfrm>
        <a:off x="1887643" y="2928162"/>
        <a:ext cx="4402582" cy="16343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28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90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91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63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4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56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41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24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99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5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64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8949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42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28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763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18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7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12A34-E330-4ABC-88E1-396DED963CBC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C6DAF-8A97-4107-B0F0-CA4EEE5A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281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C6EF-E956-875B-4A7C-0B2976D8C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/>
              <a:t>Types of Malware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91A5E-B21B-178F-65F1-C5DE76EE4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Explanation and Examples of Common Malware</a:t>
            </a:r>
            <a:endParaRPr lang="en-US"/>
          </a:p>
          <a:p>
            <a:pPr algn="l"/>
            <a:endParaRPr lang="en-US"/>
          </a:p>
          <a:p>
            <a:pPr algn="l"/>
            <a:r>
              <a:rPr lang="en-US" dirty="0"/>
              <a:t>By Sebastian Salas</a:t>
            </a:r>
            <a:endParaRPr lang="en-US"/>
          </a:p>
        </p:txBody>
      </p:sp>
      <p:pic>
        <p:nvPicPr>
          <p:cNvPr id="7" name="Graphic 6" descr="Bug">
            <a:extLst>
              <a:ext uri="{FF2B5EF4-FFF2-40B4-BE49-F238E27FC236}">
                <a16:creationId xmlns:a16="http://schemas.microsoft.com/office/drawing/2014/main" id="{8478DE0C-EC1C-943F-F13E-ABA63883A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80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C97DD6-C9C7-D3D8-0DEC-E9170C26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Viruses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2974EAD-19AE-E450-98EA-B34B62EDFE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0003076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0689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54A7A-33F2-DD2E-B868-BE6F5D62F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Worms</a:t>
            </a:r>
          </a:p>
        </p:txBody>
      </p:sp>
      <p:pic>
        <p:nvPicPr>
          <p:cNvPr id="6" name="Picture 5" descr="A worm coming out of laptops&#10;&#10;Description automatically generated">
            <a:extLst>
              <a:ext uri="{FF2B5EF4-FFF2-40B4-BE49-F238E27FC236}">
                <a16:creationId xmlns:a16="http://schemas.microsoft.com/office/drawing/2014/main" id="{2A221F0B-C66C-9C64-8862-D458B0057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2" r="9398" b="2"/>
          <a:stretch/>
        </p:blipFill>
        <p:spPr>
          <a:xfrm>
            <a:off x="685800" y="2501159"/>
            <a:ext cx="4521200" cy="341092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14A5352-5FB8-9212-7618-2DA97CB8A4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89600" y="2194560"/>
            <a:ext cx="5816600" cy="4024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Explanation: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 worm is a self-replicating program that spreads across networks without needing to attach itself to a host file. Unlike viruses, worms do not need user intervention to spread.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MyDoom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(2004) – One of the fastest-spreading worms, which caused major email disruptions. </a:t>
            </a:r>
          </a:p>
        </p:txBody>
      </p:sp>
    </p:spTree>
    <p:extLst>
      <p:ext uri="{BB962C8B-B14F-4D97-AF65-F5344CB8AC3E}">
        <p14:creationId xmlns:p14="http://schemas.microsoft.com/office/powerpoint/2010/main" val="3855469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horse with a broken leg&#10;&#10;Description automatically generated with medium confidence">
            <a:extLst>
              <a:ext uri="{FF2B5EF4-FFF2-40B4-BE49-F238E27FC236}">
                <a16:creationId xmlns:a16="http://schemas.microsoft.com/office/drawing/2014/main" id="{2AAA20EA-2E4C-D6A0-B0BD-927D1DC587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6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DDAB90-DF43-9214-3D01-3486EA558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Trojan Horse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8D71D8-A5AD-2AD2-3872-1A038ADBBA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194560"/>
            <a:ext cx="10820400" cy="4024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Explanation: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Trojan is malware that disguises itself as a legitimate program to trick users into installing it. Once activated, it can steal data or provide unauthorized access to the system.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Zeus Trojan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(2007) – Known for stealing banking credentials and spreading through phishing emails. </a:t>
            </a:r>
          </a:p>
        </p:txBody>
      </p:sp>
    </p:spTree>
    <p:extLst>
      <p:ext uri="{BB962C8B-B14F-4D97-AF65-F5344CB8AC3E}">
        <p14:creationId xmlns:p14="http://schemas.microsoft.com/office/powerpoint/2010/main" val="983523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06607-5716-74A9-A1EB-796ED49C7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Rootkits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D99D12-C98D-5750-145F-A54D679F8A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3" y="2194560"/>
            <a:ext cx="5816600" cy="4024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Explanation: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rootkit is a set of tools used by attackers to maintain privileged access to a system while hiding their presence. It often targets operating system-level functions.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Stuxnet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(2010) – A sophisticated malware used to attack Iran’s nuclear program, using rootkit techniques. </a:t>
            </a:r>
          </a:p>
        </p:txBody>
      </p:sp>
      <p:pic>
        <p:nvPicPr>
          <p:cNvPr id="6" name="Picture 5" descr="A magnifying glass over a computer screen&#10;&#10;Description automatically generated">
            <a:extLst>
              <a:ext uri="{FF2B5EF4-FFF2-40B4-BE49-F238E27FC236}">
                <a16:creationId xmlns:a16="http://schemas.microsoft.com/office/drawing/2014/main" id="{22A75C32-78B4-B4AA-AE37-B6414FAF3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2606072"/>
            <a:ext cx="4521200" cy="297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3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5F86B-17E7-8E84-4461-180BA0373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Ransomware</a:t>
            </a:r>
          </a:p>
        </p:txBody>
      </p:sp>
      <p:pic>
        <p:nvPicPr>
          <p:cNvPr id="6" name="Picture 5" descr="A cartoon of hands holding a key and a dollar bill&#10;&#10;Description automatically generated">
            <a:extLst>
              <a:ext uri="{FF2B5EF4-FFF2-40B4-BE49-F238E27FC236}">
                <a16:creationId xmlns:a16="http://schemas.microsoft.com/office/drawing/2014/main" id="{EA0FCB2C-95F4-F139-74A3-523856AAC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905601"/>
            <a:ext cx="4521200" cy="237363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91A240B-C5E4-F3C9-23A0-156725DE3D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89600" y="2194560"/>
            <a:ext cx="5816600" cy="4024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Explanation: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Ransomware encrypts a victim's files or locks their system, demanding a ransom in exchange for restoring access.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WannaCry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(May 2017) – Spread rapidly across global systems, exploiting a Windows vulnerability to lock files and demand payment in Bitcoin. </a:t>
            </a:r>
          </a:p>
        </p:txBody>
      </p:sp>
    </p:spTree>
    <p:extLst>
      <p:ext uri="{BB962C8B-B14F-4D97-AF65-F5344CB8AC3E}">
        <p14:creationId xmlns:p14="http://schemas.microsoft.com/office/powerpoint/2010/main" val="288734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0139C-F3D4-68A9-A739-4BF21A89B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Adware</a:t>
            </a:r>
          </a:p>
        </p:txBody>
      </p:sp>
      <p:pic>
        <p:nvPicPr>
          <p:cNvPr id="6" name="Picture 5" descr="A computer screen with bugs and a warning sign&#10;&#10;Description automatically generated">
            <a:extLst>
              <a:ext uri="{FF2B5EF4-FFF2-40B4-BE49-F238E27FC236}">
                <a16:creationId xmlns:a16="http://schemas.microsoft.com/office/drawing/2014/main" id="{3FD49594-5345-BAF2-C510-5304F2987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4" r="5944" b="-3"/>
          <a:stretch/>
        </p:blipFill>
        <p:spPr>
          <a:xfrm>
            <a:off x="685800" y="2501159"/>
            <a:ext cx="4521200" cy="341092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67CCECA-491C-0534-9017-2561A1A27A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89600" y="2194560"/>
            <a:ext cx="5816600" cy="4024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Explanation: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Adware is software that displays unwanted advertisements, often in the form of pop-ups, and can track user activity to serve targeted ads.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Fireball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(2017) – A large-scale adware that hijacked web browsers to generate traffic for fake ad networks. </a:t>
            </a:r>
          </a:p>
        </p:txBody>
      </p:sp>
    </p:spTree>
    <p:extLst>
      <p:ext uri="{BB962C8B-B14F-4D97-AF65-F5344CB8AC3E}">
        <p14:creationId xmlns:p14="http://schemas.microsoft.com/office/powerpoint/2010/main" val="309147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A5B2E-43B4-A375-8E15-12E0EA599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Keylogger</a:t>
            </a:r>
          </a:p>
        </p:txBody>
      </p:sp>
      <p:pic>
        <p:nvPicPr>
          <p:cNvPr id="6" name="Picture 5" descr="A close up of a keyboard&#10;&#10;Description automatically generated">
            <a:extLst>
              <a:ext uri="{FF2B5EF4-FFF2-40B4-BE49-F238E27FC236}">
                <a16:creationId xmlns:a16="http://schemas.microsoft.com/office/drawing/2014/main" id="{A62658F0-8863-410C-C24F-01D4BEB29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540861"/>
            <a:ext cx="4521200" cy="310311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7E90A86-BE20-47EF-885F-42BA76F186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89600" y="2194560"/>
            <a:ext cx="5816600" cy="4024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Explanation: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keylogger records every keystroke a user makes on their device. It is often used for stealing sensitive information like passwords and credit card details.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Perfect Keylogger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(2017) – Captured keystrokes and sent the data to remote servers, used for identity theft. </a:t>
            </a:r>
          </a:p>
        </p:txBody>
      </p:sp>
    </p:spTree>
    <p:extLst>
      <p:ext uri="{BB962C8B-B14F-4D97-AF65-F5344CB8AC3E}">
        <p14:creationId xmlns:p14="http://schemas.microsoft.com/office/powerpoint/2010/main" val="998737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25334-3968-A35B-B760-8B1446F8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Bots and Botnets</a:t>
            </a:r>
          </a:p>
        </p:txBody>
      </p:sp>
      <p:pic>
        <p:nvPicPr>
          <p:cNvPr id="6" name="Picture 5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1E9D1892-7A2E-D54E-5475-0F1B4037E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820829"/>
            <a:ext cx="4521200" cy="254317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3F107C1-59BA-E703-1EA9-80A54AB768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89600" y="2194560"/>
            <a:ext cx="5816600" cy="4024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Explanation: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Bots are automated programs used to perform tasks without user input. A botnet is a network of infected computers controlled by a central attacker, often used for Distributed Denial of Service (DDoS) attacks.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Mirai Botnet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(2016) – A botnet that launched one of the largest DDoS attacks on record, targeting DNS servers. </a:t>
            </a:r>
          </a:p>
        </p:txBody>
      </p:sp>
    </p:spTree>
    <p:extLst>
      <p:ext uri="{BB962C8B-B14F-4D97-AF65-F5344CB8AC3E}">
        <p14:creationId xmlns:p14="http://schemas.microsoft.com/office/powerpoint/2010/main" val="3079787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5276C-7592-74EB-810C-1EE7FEAFD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Backdoor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EBAA5B-4E01-91EB-4AFD-6D7B35D8A6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3" y="2194560"/>
            <a:ext cx="5816600" cy="4024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Explanation: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backdoor is a method of bypassing normal authentication to gain unauthorized access to a system or network.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Back Orifice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(1998) – A tool that allowed attackers to control Windows systems remotely, bypassing security. </a:t>
            </a:r>
          </a:p>
        </p:txBody>
      </p:sp>
      <p:pic>
        <p:nvPicPr>
          <p:cNvPr id="6" name="Picture 5" descr="A computer screen with a cartoon character coming out of the door&#10;&#10;Description automatically generated">
            <a:extLst>
              <a:ext uri="{FF2B5EF4-FFF2-40B4-BE49-F238E27FC236}">
                <a16:creationId xmlns:a16="http://schemas.microsoft.com/office/drawing/2014/main" id="{1CD667F4-E925-6CB3-CEAC-1BD5CA955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5" r="25354" b="2"/>
          <a:stretch/>
        </p:blipFill>
        <p:spPr>
          <a:xfrm>
            <a:off x="6985000" y="2386943"/>
            <a:ext cx="4521200" cy="341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78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C0A08-9F8F-7FBF-9B1F-6D6F4031B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Browser Hijacker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98E535-EB9D-2614-0E09-895E5B5B46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3" y="2194560"/>
            <a:ext cx="5816600" cy="4024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Explanation: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Browser hijackers alter browser settings, like the homepage or search engine, often redirecting users to malicious websites or showing unwanted ads.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CoolWebSearch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(2003) – A browser hijacker that changed browser settings and redirected users to malicious sites. </a:t>
            </a:r>
          </a:p>
        </p:txBody>
      </p:sp>
      <p:pic>
        <p:nvPicPr>
          <p:cNvPr id="6" name="Picture 5" descr="A computer with many icons around it&#10;&#10;Description automatically generated">
            <a:extLst>
              <a:ext uri="{FF2B5EF4-FFF2-40B4-BE49-F238E27FC236}">
                <a16:creationId xmlns:a16="http://schemas.microsoft.com/office/drawing/2014/main" id="{6FB4ABCD-0590-96E0-3891-DD81FF592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2487390"/>
            <a:ext cx="4521200" cy="32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7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986DD-2B78-0480-BCA5-399E4CADB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0" y="764373"/>
            <a:ext cx="6832600" cy="1293028"/>
          </a:xfrm>
        </p:spPr>
        <p:txBody>
          <a:bodyPr>
            <a:normAutofit/>
          </a:bodyPr>
          <a:lstStyle/>
          <a:p>
            <a:r>
              <a:rPr lang="en-US" dirty="0"/>
              <a:t>Cryptojacking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495152-D769-451A-92DB-5A3DE73FC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6478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omputer script on a screen">
            <a:extLst>
              <a:ext uri="{FF2B5EF4-FFF2-40B4-BE49-F238E27FC236}">
                <a16:creationId xmlns:a16="http://schemas.microsoft.com/office/drawing/2014/main" id="{B2FD1A9C-3268-D531-622D-83564F543B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832" b="2"/>
          <a:stretch/>
        </p:blipFill>
        <p:spPr>
          <a:xfrm>
            <a:off x="1" y="-2"/>
            <a:ext cx="4169661" cy="4206240"/>
          </a:xfrm>
          <a:prstGeom prst="rect">
            <a:avLst/>
          </a:prstGeom>
        </p:spPr>
      </p:pic>
      <p:pic>
        <p:nvPicPr>
          <p:cNvPr id="7" name="Picture 6" descr="A computer screen with a bitcoin symbol on it&#10;&#10;Description automatically generated">
            <a:extLst>
              <a:ext uri="{FF2B5EF4-FFF2-40B4-BE49-F238E27FC236}">
                <a16:creationId xmlns:a16="http://schemas.microsoft.com/office/drawing/2014/main" id="{A0C05473-F431-BEBE-05C3-E4F376ADD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" r="8519" b="-3"/>
          <a:stretch/>
        </p:blipFill>
        <p:spPr>
          <a:xfrm>
            <a:off x="-1" y="4206239"/>
            <a:ext cx="4169662" cy="265176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506D5F9-0C00-1CC9-B8AC-A7A4DC810F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3600" y="2194560"/>
            <a:ext cx="6832600" cy="4024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Explanation: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Cryptojacking involves using a victim’s system resources to mine cryptocurrency without their consent, typically via malicious scripts.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Coinhive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(2017) – A cryptojacking script that was inserted into websites to mine Monero using visitor’s CPU power. </a:t>
            </a:r>
          </a:p>
        </p:txBody>
      </p:sp>
    </p:spTree>
    <p:extLst>
      <p:ext uri="{BB962C8B-B14F-4D97-AF65-F5344CB8AC3E}">
        <p14:creationId xmlns:p14="http://schemas.microsoft.com/office/powerpoint/2010/main" val="1373455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D50E8-249C-D578-671B-4676C75D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Spyware</a:t>
            </a:r>
          </a:p>
        </p:txBody>
      </p:sp>
      <p:pic>
        <p:nvPicPr>
          <p:cNvPr id="6" name="Picture 5" descr="A computer screen with a magnifying glass&#10;&#10;Description automatically generated">
            <a:extLst>
              <a:ext uri="{FF2B5EF4-FFF2-40B4-BE49-F238E27FC236}">
                <a16:creationId xmlns:a16="http://schemas.microsoft.com/office/drawing/2014/main" id="{C01F8275-4E5E-5C91-8904-F1E4119BA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765375"/>
            <a:ext cx="4521200" cy="265408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A97E8D5-61C5-168E-0C96-AA68C8E199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89600" y="2194560"/>
            <a:ext cx="5816600" cy="4024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Explanation: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Spyware is software designed to secretly monitor and collect information about a user’s activity without their consent, often for malicious purposes.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FinFisher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(2011) – A surveillance tool used by governments to monitor targeted individuals, including journalists and activists. </a:t>
            </a:r>
          </a:p>
        </p:txBody>
      </p:sp>
    </p:spTree>
    <p:extLst>
      <p:ext uri="{BB962C8B-B14F-4D97-AF65-F5344CB8AC3E}">
        <p14:creationId xmlns:p14="http://schemas.microsoft.com/office/powerpoint/2010/main" val="4188028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AABBA3-6C94-3713-F496-3AD88FCE1C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66BBD4-BB2D-6EF1-AD61-05DA1733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3FDBF1-ED9E-B989-485D-52E8CF1154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194560"/>
            <a:ext cx="10820400" cy="4024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Summary of Malware Types: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All of the discussed malware types pose significant security risks to users and organizations.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It’s crucial to recognize these threats and implement security measures to protect systems and data.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Recommendation: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Regular software updates, use of antivirus programs, and safe browsing practices can mitigate the risk of malware infections. </a:t>
            </a:r>
          </a:p>
        </p:txBody>
      </p:sp>
    </p:spTree>
    <p:extLst>
      <p:ext uri="{BB962C8B-B14F-4D97-AF65-F5344CB8AC3E}">
        <p14:creationId xmlns:p14="http://schemas.microsoft.com/office/powerpoint/2010/main" val="139391737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21</TotalTime>
  <Words>703</Words>
  <Application>Microsoft Office PowerPoint</Application>
  <PresentationFormat>Widescreen</PresentationFormat>
  <Paragraphs>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Vapor Trail</vt:lpstr>
      <vt:lpstr>Types of Malware</vt:lpstr>
      <vt:lpstr>Viruses</vt:lpstr>
      <vt:lpstr>Worms</vt:lpstr>
      <vt:lpstr>Trojan Horse</vt:lpstr>
      <vt:lpstr>Rootkits</vt:lpstr>
      <vt:lpstr>Ransomware</vt:lpstr>
      <vt:lpstr>Adware</vt:lpstr>
      <vt:lpstr>Keylogger</vt:lpstr>
      <vt:lpstr>Bots and Botnets</vt:lpstr>
      <vt:lpstr>Backdoor</vt:lpstr>
      <vt:lpstr>Browser Hijacker</vt:lpstr>
      <vt:lpstr>Cryptojacking</vt:lpstr>
      <vt:lpstr>Spyware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Salas Arancbia</dc:creator>
  <cp:lastModifiedBy>Sebastian Salas Arancbia</cp:lastModifiedBy>
  <cp:revision>1</cp:revision>
  <dcterms:created xsi:type="dcterms:W3CDTF">2024-12-07T03:36:24Z</dcterms:created>
  <dcterms:modified xsi:type="dcterms:W3CDTF">2024-12-07T03:58:14Z</dcterms:modified>
</cp:coreProperties>
</file>